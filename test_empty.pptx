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24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FB9A82-B9FA-A723-651A-94C51B20B49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79323"/>
            <a:ext cx="9147176" cy="610002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B834D2-26F4-446E-2FAF-4205CFF036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73844"/>
            <a:ext cx="6021532" cy="994172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270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ExtraBold"/>
                <a:cs typeface="Inter ExtraBold"/>
                <a:sym typeface="Inter ExtraBold"/>
              </a:rPr>
              <a:t>Conte com a BAUER</a:t>
            </a:r>
            <a:br>
              <a:rPr lang="pt-BR" sz="1050" b="0" i="0" u="none" strike="noStrike" cap="none">
                <a:solidFill>
                  <a:srgbClr val="000000"/>
                </a:solidFill>
                <a:latin typeface="Core Sans NR 65 Bold" panose="020F0703030302020204" pitchFamily="34" charset="0"/>
                <a:ea typeface="Arial"/>
                <a:cs typeface="Arial"/>
                <a:sym typeface="Arial"/>
              </a:rPr>
            </a:br>
            <a:r>
              <a:rPr lang="pt-BR" sz="270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ExtraBold"/>
                <a:cs typeface="Inter ExtraBold"/>
                <a:sym typeface="Inter ExtraBold"/>
              </a:rPr>
              <a:t>para alcançar grandes resultados!</a:t>
            </a:r>
            <a:endParaRPr lang="pt-BR" sz="1350" b="1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313092-B192-B10B-B8DE-A2072FC7A8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4451" y="2165228"/>
            <a:ext cx="6515099" cy="33272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2100" b="0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Nessa última tela, coloque dados da sua revenda</a:t>
            </a:r>
            <a:endParaRPr lang="pt-BR" sz="21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98;p2">
            <a:extLst>
              <a:ext uri="{FF2B5EF4-FFF2-40B4-BE49-F238E27FC236}">
                <a16:creationId xmlns:a16="http://schemas.microsoft.com/office/drawing/2014/main" id="{51ACCF09-31B1-B286-8220-440442A623F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31427" y="3248758"/>
            <a:ext cx="387980" cy="380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BB4E1CC-1331-04FF-B692-8E9710E27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4174" y="3112685"/>
            <a:ext cx="3117272" cy="6633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95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+6.000</a:t>
            </a:r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B743ADE1-4D7F-86DE-2E60-4F68AEEF44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9416" y="3255450"/>
            <a:ext cx="2753808" cy="4521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sz="1200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C</a:t>
            </a:r>
            <a:r>
              <a:rPr lang="pt-BR" sz="1200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lientes em todo o mundo confiam nos serviços de qualidade BAUER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lvl="0"/>
            <a:endParaRPr lang="pt-BR"/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F5E3FB64-9A36-6605-3EAB-11ADC34B8C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342622"/>
            <a:ext cx="1751410" cy="3979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500" b="1" u="sng">
                <a:solidFill>
                  <a:srgbClr val="55B93C"/>
                </a:solidFill>
                <a:latin typeface="+mj-lt"/>
              </a:defRPr>
            </a:lvl1pPr>
          </a:lstStyle>
          <a:p>
            <a:pPr lvl="0"/>
            <a:r>
              <a:rPr lang="pt-BR">
                <a:latin typeface="+mj-lt"/>
              </a:rPr>
              <a:t>bauer-br.com</a:t>
            </a:r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1CFC592-3998-6A94-3001-A693BAA540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5019" y="4280129"/>
            <a:ext cx="1183760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Telefone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+55 19 3634-1212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9" name="Espaço Reservado para Texto 5">
            <a:extLst>
              <a:ext uri="{FF2B5EF4-FFF2-40B4-BE49-F238E27FC236}">
                <a16:creationId xmlns:a16="http://schemas.microsoft.com/office/drawing/2014/main" id="{1769449B-CFD9-481B-3F08-3679651D30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43637" y="4280129"/>
            <a:ext cx="918079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Instagram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@bauer_br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11" name="Espaço Reservado para Texto 5">
            <a:extLst>
              <a:ext uri="{FF2B5EF4-FFF2-40B4-BE49-F238E27FC236}">
                <a16:creationId xmlns:a16="http://schemas.microsoft.com/office/drawing/2014/main" id="{54B638B1-CE6B-2B75-334B-90042BA77C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2200" y="4280129"/>
            <a:ext cx="1491561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Facebook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@bauerdobrasilirrigacao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15" name="Espaço Reservado para Texto 5">
            <a:extLst>
              <a:ext uri="{FF2B5EF4-FFF2-40B4-BE49-F238E27FC236}">
                <a16:creationId xmlns:a16="http://schemas.microsoft.com/office/drawing/2014/main" id="{66234F7C-6B67-8409-0B64-C8BD8579D0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34244" y="4280129"/>
            <a:ext cx="745781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 err="1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Linkedin</a:t>
            </a: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Bauer-</a:t>
            </a:r>
            <a:r>
              <a:rPr lang="pt-BR" sz="825" b="0" i="0" u="none" strike="noStrike" cap="none" err="1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br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  <p:sp>
        <p:nvSpPr>
          <p:cNvPr id="16" name="Espaço Reservado para Texto 5">
            <a:extLst>
              <a:ext uri="{FF2B5EF4-FFF2-40B4-BE49-F238E27FC236}">
                <a16:creationId xmlns:a16="http://schemas.microsoft.com/office/drawing/2014/main" id="{0EECDC02-D5CD-3214-AB45-1BDA37C9B4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49262" y="4280129"/>
            <a:ext cx="1253891" cy="502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050" b="1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E-mail </a:t>
            </a:r>
            <a:endParaRPr lang="pt-BR" sz="1050" b="0" i="0" u="none" strike="noStrike" cap="none">
              <a:solidFill>
                <a:srgbClr val="000000"/>
              </a:solidFill>
              <a:latin typeface="Core Sans NR 65 Bold" panose="020F07030303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825" b="0" i="0" u="none" strike="noStrike" cap="none">
                <a:solidFill>
                  <a:schemeClr val="lt1"/>
                </a:solidFill>
                <a:latin typeface="Core Sans NR 65 Bold" panose="020F0703030302020204" pitchFamily="34" charset="0"/>
                <a:ea typeface="Inter SemiBold"/>
                <a:cs typeface="Inter SemiBold"/>
                <a:sym typeface="Inter SemiBold"/>
              </a:rPr>
              <a:t>brasil@bauer-at.com</a:t>
            </a:r>
            <a:endParaRPr lang="pt-BR" sz="1050" b="0" i="0" u="none" strike="noStrike" cap="none">
              <a:solidFill>
                <a:schemeClr val="lt1"/>
              </a:solidFill>
              <a:latin typeface="Core Sans NR 65 Bold" panose="020F0703030302020204" pitchFamily="34" charset="0"/>
              <a:ea typeface="Inter SemiBold"/>
              <a:cs typeface="Inter SemiBold"/>
              <a:sym typeface="Inter SemiBold"/>
            </a:endParaRP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8876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Apresentação na tela (16:9)</PresentationFormat>
  <Paragraphs>54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Core Sans NR 45 Regular</vt:lpstr>
      <vt:lpstr>Core Sans NR 65 Bold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Conte com a BAUER para alcançar grandes resultados!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Pedroso João</cp:lastModifiedBy>
  <cp:revision>7</cp:revision>
  <dcterms:created xsi:type="dcterms:W3CDTF">2025-09-15T23:37:33Z</dcterms:created>
  <dcterms:modified xsi:type="dcterms:W3CDTF">2025-09-17T00:52:42Z</dcterms:modified>
</cp:coreProperties>
</file>